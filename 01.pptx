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87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66561-3EAA-8ECD-4567-8702AB549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EB42F-9A85-D0F6-46DC-5FF5A4BBE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75FBF-5F4C-6385-AC46-FD1E8BB0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654C-83F4-4B11-8045-4394F59CC214}" type="datetimeFigureOut">
              <a:rPr lang="en-IN" smtClean="0"/>
              <a:t>16-02-25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7963B-6F58-DC64-433A-CA46B6FE1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EE1AD-F71D-9BC0-0552-8654001D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DCE8-7C5D-4167-A379-604E67115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740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FB00-3740-2C14-7E7A-584790C6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2C992-1E48-B500-9634-C84CC9EFB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68D86-72C9-DF78-C6D1-83B0606F9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654C-83F4-4B11-8045-4394F59CC214}" type="datetimeFigureOut">
              <a:rPr lang="en-IN" smtClean="0"/>
              <a:t>16-02-25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A5D97-1385-F44B-545E-4DC74D4F9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C8BA3-5EBC-9816-FC2D-901302515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DCE8-7C5D-4167-A379-604E67115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1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99EC-3EC5-C626-ADE3-46A60A50B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3A839-ABB4-BAC0-64A0-C9C155456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4CD41-52D4-DF88-4E4A-68213E6AA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654C-83F4-4B11-8045-4394F59CC214}" type="datetimeFigureOut">
              <a:rPr lang="en-IN" smtClean="0"/>
              <a:t>16-02-25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32997-D4F8-9428-4569-54960AA55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011C8-B9B1-02C2-9766-B697328E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DCE8-7C5D-4167-A379-604E67115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80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F402F-58F2-EADC-7BEA-6AAD848D6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17B3A-84F5-38E8-3D09-11197C508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5836F-E2E7-FFC6-0C08-028216B18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06856-2D61-AEB6-4D1C-4F2462BF1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654C-83F4-4B11-8045-4394F59CC214}" type="datetimeFigureOut">
              <a:rPr lang="en-IN" smtClean="0"/>
              <a:t>16-02-25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BAB0B-10FD-9B79-A6AC-DA7DF18F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609C2-408B-0FB4-A7EE-4583B97E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DCE8-7C5D-4167-A379-604E67115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08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2115F-8AF8-F855-DFAB-026C61242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E6F47-C2BF-1060-8C7B-CE056D047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C4A0C-F5D8-D9F7-4538-C3BA3240B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420B39-DCE4-D01C-6A81-B1148B047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63624-1FAE-0774-E1AC-86BCB006B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CABC23-9D70-3ADE-413C-F915540D5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654C-83F4-4B11-8045-4394F59CC214}" type="datetimeFigureOut">
              <a:rPr lang="en-IN" smtClean="0"/>
              <a:t>16-02-25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C30F0-9F7C-E344-C293-14D15015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F3939D-3A48-A762-DEE3-1F90C0A1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DCE8-7C5D-4167-A379-604E67115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9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6F75C-F29D-65AE-CA77-A4E1B8F4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EDFF7-8BDD-C6DC-C201-2EAB9647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654C-83F4-4B11-8045-4394F59CC214}" type="datetimeFigureOut">
              <a:rPr lang="en-IN" smtClean="0"/>
              <a:t>16-02-25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F07E5-3EBF-043E-B24B-FA1CBA76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04CD7-8FA1-D2D5-D322-B4E718E4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DCE8-7C5D-4167-A379-604E67115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702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D7D75-B7E0-EE78-5F45-1DB5A6AC6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654C-83F4-4B11-8045-4394F59CC214}" type="datetimeFigureOut">
              <a:rPr lang="en-IN" smtClean="0"/>
              <a:t>16-02-25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71273-DD5A-B76C-4CEB-AD49C318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4A4CC-0CF8-C2FB-CADE-8A08F101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DCE8-7C5D-4167-A379-604E67115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041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221D8-8B71-ABFA-483C-3DDB008D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8364E-39B6-6FEE-ED21-110B5478E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EEE68-72EE-FC8B-CF3C-D944EDE91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4FC69-4EAF-E579-C15A-462A7FB2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654C-83F4-4B11-8045-4394F59CC214}" type="datetimeFigureOut">
              <a:rPr lang="en-IN" smtClean="0"/>
              <a:t>16-02-25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CF34D-F65D-715A-8870-8F7611B1B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F195B-A696-74D0-BB72-565C80672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DCE8-7C5D-4167-A379-604E67115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77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1B69A-AFF2-1911-0769-7558564F4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9EDE95-53CB-54DA-63EA-9C8B2E172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6B7EA-848F-455C-A618-725DD4443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E9D19-B6F3-CFC7-0212-0802DE65E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654C-83F4-4B11-8045-4394F59CC214}" type="datetimeFigureOut">
              <a:rPr lang="en-IN" smtClean="0"/>
              <a:t>16-02-25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C0354-FBCF-78A2-5465-1F2F5ABF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FE653-7246-1A22-F1DB-0063B9B9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DCE8-7C5D-4167-A379-604E67115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980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FE37D-F1E7-71FC-B1B0-73195563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44504-1E87-53F8-850B-371FFDC34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9ABF5-F9FB-EECF-36AA-91DDBB36F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654C-83F4-4B11-8045-4394F59CC214}" type="datetimeFigureOut">
              <a:rPr lang="en-IN" smtClean="0"/>
              <a:t>16-02-25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0B765-9AD2-C2F6-14A8-CC5CA1795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6E83A-2368-A6B8-66F4-7207570D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DCE8-7C5D-4167-A379-604E67115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20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FC6D78-FE2A-1C28-0241-E3944375C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53228A-58A5-5E37-B6AA-7B2880ACD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7F99C-01D0-7A1C-CDBD-7A1B6B81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654C-83F4-4B11-8045-4394F59CC214}" type="datetimeFigureOut">
              <a:rPr lang="en-IN" smtClean="0"/>
              <a:t>16-02-25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7E7EE-962E-D78B-7574-A89F8820C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3B49D-C7D7-7CC8-5B1B-D023A7C6B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DCE8-7C5D-4167-A379-604E67115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345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7446E3-C205-1C67-3773-F82DB3DF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B98D9-563F-838C-89BB-6FB75BFA1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B078F-1DDC-AA9B-34FB-20B45AA73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0654C-83F4-4B11-8045-4394F59CC214}" type="datetimeFigureOut">
              <a:rPr lang="en-IN" smtClean="0"/>
              <a:t>16-02-25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FD3CA-5FF7-795B-85AC-354F0C41B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114F4-398A-ABD4-33D3-EB656B4D6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6DCE8-7C5D-4167-A379-604E67115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39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6899-4C9C-1A0F-B45B-D75E4C85EB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E61CF-1933-5371-998E-9B1CA6DCE2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87F240-55E4-5614-F48A-F2610D4E5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79" y="0"/>
            <a:ext cx="12202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26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3D53D2-A4A7-C67A-498B-2F23C9255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277" y="-11340"/>
            <a:ext cx="12289277" cy="68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30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2E3771-51E3-839D-D830-D7DA87176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52"/>
            <a:ext cx="12192000" cy="684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46D22A-E512-0285-7FC3-B94A0D92E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113" y="-145915"/>
            <a:ext cx="12288691" cy="703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76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6AEAA-9983-D5F4-3131-4380724B1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438"/>
            <a:ext cx="12192000" cy="68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4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2FB602-C3A0-A2D8-8BCB-E2264B318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549" y="-77821"/>
            <a:ext cx="12279549" cy="695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57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56A592-BD5A-FA59-896E-7631BA314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79" y="0"/>
            <a:ext cx="12202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8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B1C95F-A32C-219E-CBB2-4150B6FBD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20" y="0"/>
            <a:ext cx="12230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164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35273D-ABD1-3E0D-FC1F-87E02FC48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80" y="0"/>
            <a:ext cx="12338064" cy="692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16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Jatin Maurya</dc:creator>
  <cp:lastModifiedBy>Jatin Maurya</cp:lastModifiedBy>
  <cp:revision>1</cp:revision>
  <dcterms:created xsi:type="dcterms:W3CDTF">2025-02-16T05:20:20Z</dcterms:created>
  <dcterms:modified xsi:type="dcterms:W3CDTF">2025-02-16T05:20:31Z</dcterms:modified>
</cp:coreProperties>
</file>